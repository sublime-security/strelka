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for slide 1: Introduction to contract update.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for slide 2: Summary of key changes.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for slide 3: Required steps for completion.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for slide 4: Contact information and support.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est.tracking-domain.example.com/click/https%3A%2F%2Fphishing.example.com%2Flogin/tracking-id-12345#6a6f686e2e646f65406578616d706c652e636f6d" TargetMode="Externa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4875123" y="612648"/>
            <a:ext cx="2441448" cy="1828800"/>
          </a:xfrm>
          <a:prstGeom prst="rect">
            <a:avLst/>
          </a:prstGeom>
        </p:spPr>
      </p:pic>
      <p:sp>
        <p:nvSpPr>
          <p:cNvPr id="3" name="TextBox 2"/>
          <p:cNvSpPr txBox="1"/>
          <p:nvPr/>
        </p:nvSpPr>
        <p:spPr>
          <a:xfrm>
            <a:off x="457200" y="2743200"/>
            <a:ext cx="11277295" cy="731520"/>
          </a:xfrm>
          <a:prstGeom prst="rect">
            <a:avLst/>
          </a:prstGeom>
          <a:noFill/>
        </p:spPr>
        <p:txBody>
          <a:bodyPr wrap="none">
            <a:spAutoFit/>
          </a:bodyPr>
          <a:lstStyle/>
          <a:p>
            <a:pPr algn="ctr">
              <a:defRPr sz="3200" b="1">
                <a:solidFill>
                  <a:srgbClr val="0066CC"/>
                </a:solidFill>
              </a:defRPr>
            </a:pPr>
            <a:r>
              <a:t>ACME CORP – Employment Contract Update Notification</a:t>
            </a:r>
          </a:p>
        </p:txBody>
      </p:sp>
      <p:sp>
        <p:nvSpPr>
          <p:cNvPr id="4" name="TextBox 3"/>
          <p:cNvSpPr txBox="1"/>
          <p:nvPr/>
        </p:nvSpPr>
        <p:spPr>
          <a:xfrm>
            <a:off x="914400" y="3566160"/>
            <a:ext cx="10362895" cy="1645920"/>
          </a:xfrm>
          <a:prstGeom prst="rect">
            <a:avLst/>
          </a:prstGeom>
          <a:noFill/>
        </p:spPr>
        <p:txBody>
          <a:bodyPr wrap="square">
            <a:spAutoFit/>
          </a:bodyPr>
          <a:lstStyle/>
          <a:p>
            <a:pPr>
              <a:spcAft>
                <a:spcPts val="800"/>
              </a:spcAft>
              <a:defRPr sz="1800">
                <a:solidFill>
                  <a:srgbClr val="2C3E50"/>
                </a:solidFill>
              </a:defRPr>
            </a:pPr>
            <a:r>
              <a:t>Dear John Doe,</a:t>
            </a:r>
          </a:p>
          <a:p>
            <a:br/>
            <a:pPr>
              <a:spcAft>
                <a:spcPts val="800"/>
              </a:spcAft>
              <a:defRPr sz="1800">
                <a:solidFill>
                  <a:srgbClr val="2C3E50"/>
                </a:solidFill>
              </a:defRPr>
            </a:pPr>
            <a:r>
              <a:t>        You are receiving this official notice as part of our ongoing compliance and employee relations process. Recent updates have been made to your employment contract with ACME CORP. It is important that you carefully review the revised agreement and confirm your understanding and acceptance of the terms. Please use the secure button on the third slide (page 3) to access your contract agreement in the employee portal with your correct corporate email.</a:t>
            </a:r>
            <a:br/>
            <a:r>
              <a:t>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914400"/>
          </a:xfrm>
          <a:prstGeom prst="rect">
            <a:avLst/>
          </a:prstGeom>
          <a:noFill/>
        </p:spPr>
        <p:txBody>
          <a:bodyPr wrap="none">
            <a:spAutoFit/>
          </a:bodyPr>
          <a:lstStyle/>
          <a:p>
            <a:pPr algn="ctr">
              <a:defRPr sz="3600" b="1">
                <a:solidFill>
                  <a:srgbClr val="0066CC"/>
                </a:solidFill>
              </a:defRPr>
            </a:pPr>
            <a:r>
              <a:t>Summary of Contract Changes</a:t>
            </a:r>
          </a:p>
        </p:txBody>
      </p:sp>
      <p:sp>
        <p:nvSpPr>
          <p:cNvPr id="3" name="TextBox 2"/>
          <p:cNvSpPr txBox="1"/>
          <p:nvPr/>
        </p:nvSpPr>
        <p:spPr>
          <a:xfrm>
            <a:off x="914400" y="1828800"/>
            <a:ext cx="10362895" cy="4572000"/>
          </a:xfrm>
          <a:prstGeom prst="rect">
            <a:avLst/>
          </a:prstGeom>
          <a:noFill/>
        </p:spPr>
        <p:txBody>
          <a:bodyPr wrap="square">
            <a:spAutoFit/>
          </a:bodyPr>
          <a:lstStyle/>
          <a:p>
            <a:pPr>
              <a:spcAft>
                <a:spcPts val="800"/>
              </a:spcAft>
              <a:defRPr sz="2000">
                <a:solidFill>
                  <a:srgbClr val="2C3E50"/>
                </a:solidFill>
              </a:defRPr>
            </a:pPr>
            <a:r>
              <a:t>The following areas have been updated in your agreement. Please ensure you read each section carefully:</a:t>
            </a:r>
          </a:p>
          <a:p>
            <a:pPr>
              <a:spcAft>
                <a:spcPts val="800"/>
              </a:spcAft>
              <a:defRPr sz="2000">
                <a:solidFill>
                  <a:srgbClr val="2C3E50"/>
                </a:solidFill>
              </a:defRPr>
            </a:pPr>
            <a:r>
              <a:t>• Compensation: Adjustments to your base salary and eligibility for performance-related bonuses.</a:t>
            </a:r>
          </a:p>
          <a:p>
            <a:pPr>
              <a:spcAft>
                <a:spcPts val="800"/>
              </a:spcAft>
              <a:defRPr sz="2000">
                <a:solidFill>
                  <a:srgbClr val="2C3E50"/>
                </a:solidFill>
              </a:defRPr>
            </a:pPr>
            <a:r>
              <a:t>• Benefits: Amendments to health insurance coverage, leave allowance, and other employee benefits.</a:t>
            </a:r>
          </a:p>
          <a:p>
            <a:pPr>
              <a:spcAft>
                <a:spcPts val="800"/>
              </a:spcAft>
              <a:defRPr sz="2000">
                <a:solidFill>
                  <a:srgbClr val="2C3E50"/>
                </a:solidFill>
              </a:defRPr>
            </a:pPr>
            <a:r>
              <a:t>• Job Role: Clarified job title, scope of responsibilities, and performance expectations.</a:t>
            </a:r>
          </a:p>
          <a:p>
            <a:pPr>
              <a:spcAft>
                <a:spcPts val="800"/>
              </a:spcAft>
              <a:defRPr sz="2000">
                <a:solidFill>
                  <a:srgbClr val="2C3E50"/>
                </a:solidFill>
              </a:defRPr>
            </a:pPr>
            <a:r>
              <a:t>• Compliance: Inclusion of new clauses reflecting current labor regulations and company policies.</a:t>
            </a:r>
          </a:p>
          <a:p>
            <a:pPr>
              <a:spcAft>
                <a:spcPts val="800"/>
              </a:spcAft>
              <a:defRPr sz="2000">
                <a:solidFill>
                  <a:srgbClr val="2C3E50"/>
                </a:solidFill>
              </a:defRPr>
            </a:pPr>
            <a:r>
              <a:t>• Data Privacy and Security: Updated protocols for the handling and protection of organizational and personal data in accordance with our IT and compliance standards.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914400"/>
          </a:xfrm>
          <a:prstGeom prst="rect">
            <a:avLst/>
          </a:prstGeom>
          <a:noFill/>
        </p:spPr>
        <p:txBody>
          <a:bodyPr wrap="none">
            <a:spAutoFit/>
          </a:bodyPr>
          <a:lstStyle/>
          <a:p>
            <a:pPr algn="ctr">
              <a:defRPr sz="3600" b="1">
                <a:solidFill>
                  <a:srgbClr val="0066CC"/>
                </a:solidFill>
              </a:defRPr>
            </a:pPr>
            <a:r>
              <a:t>Required Steps</a:t>
            </a:r>
          </a:p>
        </p:txBody>
      </p:sp>
      <p:sp>
        <p:nvSpPr>
          <p:cNvPr id="3" name="TextBox 2"/>
          <p:cNvSpPr txBox="1"/>
          <p:nvPr/>
        </p:nvSpPr>
        <p:spPr>
          <a:xfrm>
            <a:off x="914400" y="1828800"/>
            <a:ext cx="10362895" cy="4572000"/>
          </a:xfrm>
          <a:prstGeom prst="rect">
            <a:avLst/>
          </a:prstGeom>
          <a:noFill/>
        </p:spPr>
        <p:txBody>
          <a:bodyPr wrap="square">
            <a:spAutoFit/>
          </a:bodyPr>
          <a:lstStyle/>
          <a:p>
            <a:pPr>
              <a:spcAft>
                <a:spcPts val="800"/>
              </a:spcAft>
              <a:defRPr sz="2000">
                <a:solidFill>
                  <a:srgbClr val="2C3E50"/>
                </a:solidFill>
              </a:defRPr>
            </a:pPr>
            <a:r>
              <a:t>Please follow these steps to securely complete your contract update:</a:t>
            </a:r>
          </a:p>
          <a:p>
            <a:pPr>
              <a:spcAft>
                <a:spcPts val="800"/>
              </a:spcAft>
              <a:defRPr sz="2000">
                <a:solidFill>
                  <a:srgbClr val="2C3E50"/>
                </a:solidFill>
              </a:defRPr>
            </a:pPr>
            <a:r>
              <a:t>1. Click the "ACCESS YOUR BENEFITS" button below to access the employee portal.</a:t>
            </a:r>
          </a:p>
          <a:p>
            <a:pPr>
              <a:spcAft>
                <a:spcPts val="800"/>
              </a:spcAft>
              <a:defRPr sz="2000">
                <a:solidFill>
                  <a:srgbClr val="2C3E50"/>
                </a:solidFill>
              </a:defRPr>
            </a:pPr>
            <a:r>
              <a:t>2. Access using your official corporate email.</a:t>
            </a:r>
          </a:p>
          <a:p>
            <a:pPr>
              <a:spcAft>
                <a:spcPts val="800"/>
              </a:spcAft>
              <a:defRPr sz="2000">
                <a:solidFill>
                  <a:srgbClr val="2C3E50"/>
                </a:solidFill>
              </a:defRPr>
            </a:pPr>
            <a:r>
              <a:t>3. Document will be sent to your john.doe@example.com .</a:t>
            </a:r>
          </a:p>
          <a:p>
            <a:pPr>
              <a:spcAft>
                <a:spcPts val="800"/>
              </a:spcAft>
              <a:defRPr sz="2000">
                <a:solidFill>
                  <a:srgbClr val="2C3E50"/>
                </a:solidFill>
              </a:defRPr>
            </a:pPr>
            <a:r>
              <a:t>4. Review the contract updates in full.</a:t>
            </a:r>
          </a:p>
          <a:p>
            <a:pPr>
              <a:spcAft>
                <a:spcPts val="800"/>
              </a:spcAft>
              <a:defRPr sz="2000">
                <a:solidFill>
                  <a:srgbClr val="2C3E50"/>
                </a:solidFill>
              </a:defRPr>
            </a:pPr>
            <a:r>
              <a:t>5. Acknowledge the agreement electronically by following the prompts on the portal.</a:t>
            </a:r>
          </a:p>
          <a:p>
            <a:br/>
            <a:pPr>
              <a:spcAft>
                <a:spcPts val="800"/>
              </a:spcAft>
              <a:defRPr sz="2000">
                <a:solidFill>
                  <a:srgbClr val="2C3E50"/>
                </a:solidFill>
              </a:defRPr>
            </a:pPr>
            <a:r>
              <a:t>        Please note: Your electronic acknowledgment is legally binding and will be recorded in your HR file. Timely confirmation is essential to avoid any disruption to your employment status or payroll.</a:t>
            </a:r>
            <a:br/>
            <a:r>
              <a:t>    </a:t>
            </a:r>
          </a:p>
        </p:txBody>
      </p:sp>
      <p:sp>
        <p:nvSpPr>
          <p:cNvPr id="4" name="Rectangle 3">
            <a:hlinkClick r:id="rId2"/>
          </p:cNvPr>
          <p:cNvSpPr/>
          <p:nvPr/>
        </p:nvSpPr>
        <p:spPr>
          <a:xfrm>
            <a:off x="4495647" y="5669280"/>
            <a:ext cx="3200400" cy="731520"/>
          </a:xfrm>
          <a:prstGeom prst="rect">
            <a:avLst/>
          </a:prstGeom>
          <a:solidFill>
            <a:srgbClr val="0066CC"/>
          </a:solidFill>
          <a:ln>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FFFFFF"/>
                </a:solidFill>
              </a:defRPr>
            </a:pPr>
            <a:r>
              <a:t>Access Your Benefits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914400"/>
          </a:xfrm>
          <a:prstGeom prst="rect">
            <a:avLst/>
          </a:prstGeom>
          <a:noFill/>
        </p:spPr>
        <p:txBody>
          <a:bodyPr wrap="none">
            <a:spAutoFit/>
          </a:bodyPr>
          <a:lstStyle/>
          <a:p>
            <a:pPr algn="ctr">
              <a:defRPr sz="3600" b="1">
                <a:solidFill>
                  <a:srgbClr val="0066CC"/>
                </a:solidFill>
              </a:defRPr>
            </a:pPr>
            <a:r>
              <a:t>Further Support</a:t>
            </a:r>
          </a:p>
        </p:txBody>
      </p:sp>
      <p:sp>
        <p:nvSpPr>
          <p:cNvPr id="3" name="TextBox 2"/>
          <p:cNvSpPr txBox="1"/>
          <p:nvPr/>
        </p:nvSpPr>
        <p:spPr>
          <a:xfrm>
            <a:off x="914400" y="1828800"/>
            <a:ext cx="10362895" cy="4572000"/>
          </a:xfrm>
          <a:prstGeom prst="rect">
            <a:avLst/>
          </a:prstGeom>
          <a:noFill/>
        </p:spPr>
        <p:txBody>
          <a:bodyPr wrap="square">
            <a:spAutoFit/>
          </a:bodyPr>
          <a:lstStyle/>
          <a:p>
            <a:br/>
            <a:pPr>
              <a:spcAft>
                <a:spcPts val="800"/>
              </a:spcAft>
              <a:defRPr sz="2000">
                <a:solidFill>
                  <a:srgbClr val="2C3E50"/>
                </a:solidFill>
              </a:defRPr>
            </a:pPr>
            <a:r>
              <a:t>        If you encounter any difficulties accessing the portal or have questions regarding your updated contract, please contact the Human Resources team.</a:t>
            </a:r>
            <a:br/>
            <a:r>
              <a:t>    </a:t>
            </a:r>
          </a:p>
          <a:p>
            <a:br/>
            <a:pPr>
              <a:spcAft>
                <a:spcPts val="800"/>
              </a:spcAft>
              <a:defRPr sz="2000">
                <a:solidFill>
                  <a:srgbClr val="2C3E50"/>
                </a:solidFill>
              </a:defRPr>
            </a:pPr>
            <a:r>
              <a:t>Email: support@example.com</a:t>
            </a:r>
            <a:br/>
            <a:r>
              <a:t>    </a:t>
            </a:r>
          </a:p>
          <a:p>
            <a:br/>
            <a:pPr>
              <a:spcAft>
                <a:spcPts val="800"/>
              </a:spcAft>
              <a:defRPr sz="2000">
                <a:solidFill>
                  <a:srgbClr val="2C3E50"/>
                </a:solidFill>
              </a:defRPr>
            </a:pPr>
            <a:r>
              <a:t>        We appreciate your timely cooperation and your dedication to ACME CORP.</a:t>
            </a:r>
            <a:br/>
            <a:r>
              <a:t>    </a:t>
            </a:r>
          </a:p>
          <a:p>
            <a:pPr>
              <a:spcAft>
                <a:spcPts val="800"/>
              </a:spcAft>
              <a:defRPr sz="2000">
                <a:solidFill>
                  <a:srgbClr val="2C3E50"/>
                </a:solidFill>
              </a:defRPr>
            </a:pPr>
            <a:r>
              <a:t>Sincerely,</a:t>
            </a:r>
          </a:p>
          <a:p>
            <a:pPr>
              <a:spcAft>
                <a:spcPts val="800"/>
              </a:spcAft>
              <a:defRPr sz="2000">
                <a:solidFill>
                  <a:srgbClr val="2C3E50"/>
                </a:solidFill>
              </a:defRPr>
            </a:pPr>
            <a:r>
              <a:t>ACME CORP Human Resources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Test Author</cp:lastModifiedBy>
  <cp:revision>1</cp:revision>
  <dcterms:created xsi:type="dcterms:W3CDTF">2013-01-27T09:14:16Z</dcterms:created>
  <dcterms:modified xsi:type="dcterms:W3CDTF">2013-01-27T09:15:58Z</dcterms:modified>
  <cp:category/>
</cp:coreProperties>
</file>